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05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9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0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0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0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6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69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3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4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55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80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56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14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15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77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2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257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 Scraping Made Easy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t>Learn how professionals use AI-powered web scrapers</a:t>
            </a:r>
          </a:p>
          <a:p>
            <a:r>
              <a:t>for jobs &amp; freelancing</a:t>
            </a:r>
          </a:p>
          <a:p>
            <a:endParaRPr/>
          </a:p>
          <a:p>
            <a:r>
              <a:t>By Shweta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Web Scraping?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scraping means automatically collecting data from websites.</a:t>
            </a:r>
          </a:p>
          <a:p>
            <a:endParaRPr/>
          </a:p>
          <a:p>
            <a:r>
              <a:t>Instead of copy-pasting manually, a bot or AI agent does this work for you.</a:t>
            </a:r>
          </a:p>
          <a:p>
            <a:endParaRPr/>
          </a:p>
          <a:p>
            <a:r>
              <a:t>Think of it as a smart intern who reads websites and notes down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want a list of:</a:t>
            </a:r>
          </a:p>
          <a:p>
            <a:r>
              <a:t>- Company names</a:t>
            </a:r>
          </a:p>
          <a:p>
            <a:r>
              <a:t>- Email IDs</a:t>
            </a:r>
          </a:p>
          <a:p>
            <a:r>
              <a:t>- Phone numbers</a:t>
            </a:r>
          </a:p>
          <a:p>
            <a:endParaRPr/>
          </a:p>
          <a:p>
            <a:r>
              <a:t>Doing it manually takes hours.</a:t>
            </a:r>
          </a:p>
          <a:p>
            <a:r>
              <a:t>A web scraper can do it in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Scraping in Your 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Professionals use web scraping for:</a:t>
            </a:r>
          </a:p>
          <a:p>
            <a:r>
              <a:t>- Sales lead generation</a:t>
            </a:r>
          </a:p>
          <a:p>
            <a:r>
              <a:t>- Market research</a:t>
            </a:r>
          </a:p>
          <a:p>
            <a:r>
              <a:t>- Competitor price tracking</a:t>
            </a:r>
          </a:p>
          <a:p>
            <a:r>
              <a:t>- HR &amp; hiring research</a:t>
            </a:r>
          </a:p>
          <a:p>
            <a:r>
              <a:t>- Data analysis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Sales Professional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Task:</a:t>
            </a:r>
          </a:p>
          <a:p>
            <a:r>
              <a:t>Find 500 potential clients from Google Maps or company websites.</a:t>
            </a:r>
          </a:p>
          <a:p>
            <a:endParaRPr/>
          </a:p>
          <a:p>
            <a:r>
              <a:t>Scraper collects:</a:t>
            </a:r>
          </a:p>
          <a:p>
            <a:r>
              <a:t>- Business name</a:t>
            </a:r>
          </a:p>
          <a:p>
            <a:r>
              <a:t>- Website</a:t>
            </a:r>
          </a:p>
          <a:p>
            <a:r>
              <a:t>- Email</a:t>
            </a:r>
          </a:p>
          <a:p>
            <a:r>
              <a:t>- Phone number</a:t>
            </a:r>
          </a:p>
          <a:p>
            <a:endParaRPr/>
          </a:p>
          <a:p>
            <a:r>
              <a:t>Result: 10x faster lead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IT / Data Professional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</a:t>
            </a:r>
          </a:p>
          <a:p>
            <a:r>
              <a:t>Collect job postings from multiple job portals.</a:t>
            </a:r>
          </a:p>
          <a:p>
            <a:endParaRPr/>
          </a:p>
          <a:p>
            <a:r>
              <a:t>Scraper collects:</a:t>
            </a:r>
          </a:p>
          <a:p>
            <a:r>
              <a:t>- Job title</a:t>
            </a:r>
          </a:p>
          <a:p>
            <a:r>
              <a:t>- Skills required</a:t>
            </a:r>
          </a:p>
          <a:p>
            <a:r>
              <a:t>- Salary range</a:t>
            </a:r>
          </a:p>
          <a:p>
            <a:endParaRPr/>
          </a:p>
          <a:p>
            <a:r>
              <a:t>Used for trend analysis &amp; career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Agents + 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agents make web scraping smarter.</a:t>
            </a:r>
          </a:p>
          <a:p>
            <a:endParaRPr/>
          </a:p>
          <a:p>
            <a:r>
              <a:t>They can:</a:t>
            </a:r>
          </a:p>
          <a:p>
            <a:r>
              <a:t>- Decide what data is important</a:t>
            </a:r>
          </a:p>
          <a:p>
            <a:r>
              <a:t>- Clean messy data</a:t>
            </a:r>
          </a:p>
          <a:p>
            <a:r>
              <a:t>- Summarize results</a:t>
            </a:r>
          </a:p>
          <a:p>
            <a:r>
              <a:t>- Answer questions from scraped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 Can Monetize This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Freelancers sell web scraping services like:</a:t>
            </a:r>
          </a:p>
          <a:p>
            <a:r>
              <a:t>- Lead lists for businesses</a:t>
            </a:r>
          </a:p>
          <a:p>
            <a:r>
              <a:t>- Product price monitoring</a:t>
            </a:r>
          </a:p>
          <a:p>
            <a:r>
              <a:t>- Real estate data collection</a:t>
            </a:r>
          </a:p>
          <a:p>
            <a:r>
              <a:t>- Google Maps business extraction</a:t>
            </a:r>
          </a:p>
          <a:p>
            <a:endParaRPr/>
          </a:p>
          <a:p>
            <a:r>
              <a:t>Clients pay monthly or per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You Can Use (No-Code / Low-Code)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Popular tools:</a:t>
            </a:r>
          </a:p>
          <a:p>
            <a:r>
              <a:t>- n8n</a:t>
            </a:r>
          </a:p>
          <a:p>
            <a:r>
              <a:t>- Apify</a:t>
            </a:r>
          </a:p>
          <a:p>
            <a:r>
              <a:t>- Browse AI</a:t>
            </a:r>
          </a:p>
          <a:p>
            <a:r>
              <a:t>- Octoparse</a:t>
            </a:r>
          </a:p>
          <a:p>
            <a:r>
              <a:t>- Custom AI agents</a:t>
            </a:r>
          </a:p>
          <a:p>
            <a:endParaRPr/>
          </a:p>
          <a:p>
            <a:r>
              <a:t>No deep coding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scraping saves time and money.</a:t>
            </a:r>
          </a:p>
          <a:p>
            <a:endParaRPr/>
          </a:p>
          <a:p>
            <a:r>
              <a:t>AI agents make it job-ready &amp; business-ready.</a:t>
            </a:r>
          </a:p>
          <a:p>
            <a:endParaRPr/>
          </a:p>
          <a:p>
            <a:r>
              <a:t>This skill helps you:</a:t>
            </a:r>
          </a:p>
          <a:p>
            <a:r>
              <a:t>- Perform better at work</a:t>
            </a:r>
          </a:p>
          <a:p>
            <a:r>
              <a:t>- Build side income</a:t>
            </a:r>
          </a:p>
          <a:p>
            <a:r>
              <a:t>- Start freelancing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</TotalTime>
  <Words>337</Words>
  <Application>Microsoft Office PowerPoint</Application>
  <PresentationFormat>On-screen Show (4:3)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Web Scraping Made Easy</vt:lpstr>
      <vt:lpstr>What is Web Scraping?</vt:lpstr>
      <vt:lpstr>Simple Real-Life Example</vt:lpstr>
      <vt:lpstr>Web Scraping in Your Job</vt:lpstr>
      <vt:lpstr>Example: Sales Professional</vt:lpstr>
      <vt:lpstr>Example: IT / Data Professional</vt:lpstr>
      <vt:lpstr>AI Agents + Web Scraping</vt:lpstr>
      <vt:lpstr>How You Can Monetize This Skill</vt:lpstr>
      <vt:lpstr>Tools You Can Use (No-Code / Low-Code)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Shweta Gupta</cp:lastModifiedBy>
  <cp:revision>2</cp:revision>
  <dcterms:created xsi:type="dcterms:W3CDTF">2013-01-27T09:14:16Z</dcterms:created>
  <dcterms:modified xsi:type="dcterms:W3CDTF">2026-02-06T07:01:27Z</dcterms:modified>
  <cp:category/>
</cp:coreProperties>
</file>
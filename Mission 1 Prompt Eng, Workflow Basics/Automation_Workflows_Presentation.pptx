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notesMasterIdLst>
    <p:notesMasterId r:id="rId15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2B673-4065-4218-8566-EEEA7CFF0028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B1195-EC74-44B5-903C-EA9A10E48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434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F68-A51E-47C5-B065-DDF388F2455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240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17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95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7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2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7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3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7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97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83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17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2988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67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23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98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119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26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24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n8n.io/?utm_source=n8n_app&amp;utm_medium=app_sideba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DB8D7-3CA4-69D0-0935-9A6757A6A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09" y="1679812"/>
            <a:ext cx="4463249" cy="1790700"/>
          </a:xfrm>
        </p:spPr>
        <p:txBody>
          <a:bodyPr anchor="t">
            <a:noAutofit/>
          </a:bodyPr>
          <a:lstStyle/>
          <a:p>
            <a:pPr algn="l"/>
            <a:r>
              <a:rPr lang="en-IN" sz="4400" b="1" dirty="0">
                <a:solidFill>
                  <a:srgbClr val="FFC000"/>
                </a:solidFill>
              </a:rPr>
              <a:t>AI Agents</a:t>
            </a:r>
            <a:br>
              <a:rPr lang="en-IN" sz="4400" b="1" dirty="0">
                <a:solidFill>
                  <a:srgbClr val="FFC000"/>
                </a:solidFill>
              </a:rPr>
            </a:br>
            <a:r>
              <a:rPr lang="en-IN" sz="4400" b="1" dirty="0">
                <a:solidFill>
                  <a:srgbClr val="FFC000"/>
                </a:solidFill>
              </a:rPr>
              <a:t>DOMINATION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F502E-09A1-562C-CF73-BE395828E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4582" y="3098442"/>
            <a:ext cx="4589192" cy="84453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dirty="0"/>
              <a:t>No Code/Low Code methods to create </a:t>
            </a:r>
          </a:p>
          <a:p>
            <a:pPr algn="l"/>
            <a:r>
              <a:rPr lang="en-IN" dirty="0"/>
              <a:t>AI Agents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F77607-BC70-3A1E-9461-78397389610E}"/>
              </a:ext>
            </a:extLst>
          </p:cNvPr>
          <p:cNvSpPr txBox="1"/>
          <p:nvPr/>
        </p:nvSpPr>
        <p:spPr>
          <a:xfrm>
            <a:off x="6036915" y="4863904"/>
            <a:ext cx="205216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350" dirty="0"/>
              <a:t>Coach Shweta Gupta</a:t>
            </a:r>
          </a:p>
        </p:txBody>
      </p:sp>
      <p:pic>
        <p:nvPicPr>
          <p:cNvPr id="5" name="Picture 4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D4BD2794-13E9-F205-B8FF-9670647E0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915" y="1699022"/>
            <a:ext cx="2202503" cy="312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42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Automation Workflows Made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How to build powerful automation workflows easily</a:t>
            </a:r>
          </a:p>
          <a:p>
            <a:endParaRPr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dirty="0"/>
              <a:t>Shweta Gupta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with the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Don’t start with tools</a:t>
            </a:r>
          </a:p>
          <a:p>
            <a:r>
              <a:t>Start with the problem</a:t>
            </a:r>
          </a:p>
          <a:p>
            <a:endParaRPr/>
          </a:p>
          <a:p>
            <a:r>
              <a:t>Example:</a:t>
            </a:r>
          </a:p>
          <a:p>
            <a:r>
              <a:t>Lead capture → Email →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 Workflow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automation has 3 parts:</a:t>
            </a:r>
          </a:p>
          <a:p>
            <a:endParaRPr/>
          </a:p>
          <a:p>
            <a:r>
              <a:t>Trigger → Action → Outcome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the Right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Beginner: Zapier</a:t>
            </a:r>
          </a:p>
          <a:p>
            <a:r>
              <a:rPr dirty="0"/>
              <a:t>Intermediate: Make</a:t>
            </a:r>
          </a:p>
          <a:p>
            <a:r>
              <a:rPr dirty="0"/>
              <a:t>Advanced: n8n</a:t>
            </a:r>
            <a:r>
              <a:rPr lang="en-IN" dirty="0"/>
              <a:t>, </a:t>
            </a:r>
            <a:r>
              <a:rPr lang="en-IN" dirty="0" err="1"/>
              <a:t>claude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Don’t build from scratch</a:t>
            </a:r>
          </a:p>
          <a:p>
            <a:r>
              <a:t>Use pre-built templates</a:t>
            </a:r>
          </a:p>
          <a:p>
            <a:r>
              <a:t>Customize based on your needs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AI for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AI to:</a:t>
            </a:r>
          </a:p>
          <a:p>
            <a:r>
              <a:t>- Generate responses</a:t>
            </a:r>
          </a:p>
          <a:p>
            <a:r>
              <a:t>- Classify leads</a:t>
            </a:r>
          </a:p>
          <a:p>
            <a:r>
              <a:t>- Personalize communication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Small, Then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with one workflow</a:t>
            </a:r>
          </a:p>
          <a:p>
            <a:r>
              <a:t>Solve one problem</a:t>
            </a:r>
          </a:p>
          <a:p>
            <a:r>
              <a:t>Then expand gradually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Lead </a:t>
            </a:r>
            <a:r>
              <a:rPr lang="en-IN" dirty="0"/>
              <a:t>Capture</a:t>
            </a:r>
            <a:r>
              <a:rPr dirty="0"/>
              <a:t>:</a:t>
            </a:r>
          </a:p>
          <a:p>
            <a:r>
              <a:rPr dirty="0"/>
              <a:t>1. Form submission</a:t>
            </a:r>
          </a:p>
          <a:p>
            <a:r>
              <a:rPr dirty="0"/>
              <a:t>2. Store in sheet</a:t>
            </a:r>
          </a:p>
          <a:p>
            <a:r>
              <a:rPr dirty="0"/>
              <a:t>3. AI message</a:t>
            </a:r>
          </a:p>
          <a:p>
            <a:r>
              <a:rPr dirty="0"/>
              <a:t>4. Send email</a:t>
            </a:r>
          </a:p>
          <a:p>
            <a:r>
              <a:rPr dirty="0"/>
              <a:t>5. Update CRM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Saves time</a:t>
            </a:r>
          </a:p>
          <a:p>
            <a:r>
              <a:t>Increases efficiency</a:t>
            </a:r>
          </a:p>
          <a:p>
            <a:r>
              <a:t>Future-proof skill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5-Step AI Automation Builder:</a:t>
            </a:r>
          </a:p>
          <a:p>
            <a:r>
              <a:rPr dirty="0"/>
              <a:t>1. Problem</a:t>
            </a:r>
          </a:p>
          <a:p>
            <a:r>
              <a:rPr dirty="0"/>
              <a:t>2. Workflow Map</a:t>
            </a:r>
            <a:r>
              <a:rPr lang="en-IN" dirty="0"/>
              <a:t>(</a:t>
            </a:r>
            <a:r>
              <a:rPr lang="en-IN" dirty="0" err="1"/>
              <a:t>xmind</a:t>
            </a:r>
            <a:r>
              <a:rPr lang="en-IN" dirty="0"/>
              <a:t>)</a:t>
            </a:r>
            <a:endParaRPr dirty="0"/>
          </a:p>
          <a:p>
            <a:r>
              <a:rPr dirty="0"/>
              <a:t>3. Tool Selection</a:t>
            </a:r>
          </a:p>
          <a:p>
            <a:r>
              <a:rPr dirty="0"/>
              <a:t>4. Build</a:t>
            </a:r>
          </a:p>
          <a:p>
            <a:r>
              <a:rPr dirty="0"/>
              <a:t>5. Optimize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Build your first workflow today</a:t>
            </a:r>
          </a:p>
          <a:p>
            <a:r>
              <a:rPr dirty="0"/>
              <a:t>Start simple</a:t>
            </a:r>
          </a:p>
          <a:p>
            <a:r>
              <a:rPr dirty="0"/>
              <a:t>Scale with AI agents</a:t>
            </a:r>
            <a:endParaRPr lang="en-IN" dirty="0"/>
          </a:p>
          <a:p>
            <a:endParaRPr lang="en-IN" dirty="0"/>
          </a:p>
          <a:p>
            <a:r>
              <a:rPr lang="en-IN" dirty="0"/>
              <a:t>Check docs overall and for each node: </a:t>
            </a:r>
            <a:r>
              <a:rPr lang="en-IN" dirty="0">
                <a:hlinkClick r:id="rId2"/>
              </a:rPr>
              <a:t>https://docs.n8n.io/?utm_source=n8n_app&amp;utm_medium=app_sidebar</a:t>
            </a:r>
            <a:endParaRPr lang="en-IN" dirty="0"/>
          </a:p>
          <a:p>
            <a:r>
              <a:rPr lang="en-IN" dirty="0"/>
              <a:t>https://docs.n8n.io/workflows/</a:t>
            </a:r>
          </a:p>
          <a:p>
            <a:r>
              <a:rPr lang="en-IN" dirty="0"/>
              <a:t>Try in app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78DF3-754E-CA44-C967-65A07A9C4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8B80-BC19-F168-9B09-61F76FB3E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n8n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F42B0-83A0-C49D-6FBE-742460783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Export import</a:t>
            </a:r>
          </a:p>
          <a:p>
            <a:r>
              <a:rPr lang="en-IN" dirty="0"/>
              <a:t>Credentials</a:t>
            </a:r>
          </a:p>
          <a:p>
            <a:r>
              <a:rPr lang="en-IN" dirty="0"/>
              <a:t>Nodes-trigger, Agent, tools, memory</a:t>
            </a:r>
          </a:p>
          <a:p>
            <a:r>
              <a:rPr lang="en-IN" dirty="0"/>
              <a:t>How to execute</a:t>
            </a:r>
          </a:p>
          <a:p>
            <a:r>
              <a:rPr lang="en-IN" dirty="0"/>
              <a:t>Why to publish</a:t>
            </a:r>
          </a:p>
          <a:p>
            <a:r>
              <a:rPr lang="en-IN" dirty="0"/>
              <a:t>How to get items to next node-</a:t>
            </a:r>
          </a:p>
          <a:p>
            <a:r>
              <a:rPr lang="en-IN" dirty="0"/>
              <a:t>Overview of tabs-How to debug</a:t>
            </a:r>
          </a:p>
          <a:p>
            <a:r>
              <a:rPr lang="en-IN" dirty="0"/>
              <a:t>Check doc at each step</a:t>
            </a:r>
          </a:p>
          <a:p>
            <a:r>
              <a:rPr lang="en-IN" dirty="0"/>
              <a:t>Tools-trigger, action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162795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56</TotalTime>
  <Words>283</Words>
  <Application>Microsoft Office PowerPoint</Application>
  <PresentationFormat>On-screen Show (4:3)</PresentationFormat>
  <Paragraphs>75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Century Gothic</vt:lpstr>
      <vt:lpstr>Vapor Trail</vt:lpstr>
      <vt:lpstr>AI Agents DOMINATION</vt:lpstr>
      <vt:lpstr>Automation Workflows Made Simple</vt:lpstr>
      <vt:lpstr>Start with the Use Case</vt:lpstr>
      <vt:lpstr>Understand Workflow Structure</vt:lpstr>
      <vt:lpstr>Choose the Right Tools</vt:lpstr>
      <vt:lpstr>Use Templates</vt:lpstr>
      <vt:lpstr>Add AI for Intelligence</vt:lpstr>
      <vt:lpstr>Build Small, Then Scale</vt:lpstr>
      <vt:lpstr>Example Workflow</vt:lpstr>
      <vt:lpstr>Why This Matters</vt:lpstr>
      <vt:lpstr>Framework</vt:lpstr>
      <vt:lpstr>Next Steps</vt:lpstr>
      <vt:lpstr>USE n8n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Shweta Gupta</cp:lastModifiedBy>
  <cp:revision>28</cp:revision>
  <dcterms:created xsi:type="dcterms:W3CDTF">2013-01-27T09:14:16Z</dcterms:created>
  <dcterms:modified xsi:type="dcterms:W3CDTF">2026-05-08T21:48:11Z</dcterms:modified>
  <cp:category/>
</cp:coreProperties>
</file>